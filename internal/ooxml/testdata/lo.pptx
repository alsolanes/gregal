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ca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ca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ca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Feu clic per a editar el format del text del títol</a:t>
            </a:r>
            <a:endParaRPr lang="ca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Feu clic per a editar el format del text de l'esquema</a:t>
            </a:r>
            <a:endParaRPr lang="ca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Segon nivell de l'esquema</a:t>
            </a:r>
            <a:endParaRPr lang="ca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nivell de l'esquema</a:t>
            </a:r>
            <a:endParaRPr lang="ca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 nivell de l'esquema</a:t>
            </a:r>
            <a:endParaRPr lang="ca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Cinquè nivell de l'esquema</a:t>
            </a:r>
            <a:endParaRPr lang="ca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Sisè nivell de l'esquema</a:t>
            </a:r>
            <a:endParaRPr lang="ca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Setè nivell de l'esquema</a:t>
            </a:r>
            <a:endParaRPr lang="ca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ca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Títol de la plantilla</a:t>
            </a:r>
            <a:endParaRPr lang="ca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20000" y="1800000"/>
            <a:ext cx="8640000" cy="32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ca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Primer punt amb el mot CLAU</a:t>
            </a:r>
            <a:endParaRPr lang="ca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ca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Segon punt</a:t>
            </a:r>
            <a:endParaRPr lang="ca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ca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Segona diapositiva</a:t>
            </a:r>
            <a:endParaRPr lang="ca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ca-ES</dc:language>
  <cp:lastModifiedBy/>
  <cp:revision>0</cp:revision>
  <dc:subject/>
  <dc:title/>
</cp:coreProperties>
</file>